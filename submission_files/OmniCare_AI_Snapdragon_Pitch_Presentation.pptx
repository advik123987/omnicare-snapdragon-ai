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5C563"/>
                </a:solidFill>
              </a:defRPr>
            </a:pPr>
            <a:r>
              <a:t>OmniCare AI</a:t>
            </a:r>
          </a:p>
          <a:p>
            <a:pPr>
              <a:defRPr sz="2200" b="1">
                <a:solidFill>
                  <a:srgbClr val="00F0FF"/>
                </a:solidFill>
              </a:defRPr>
            </a:pPr>
            <a:r>
              <a:t>On-Device Multimodal Clinical Workstation for Snapdragon-Powered HP PCs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Qualcomm Snapdragon® AI Lab Build &amp; Present Challenge 2026</a:t>
            </a:r>
            <a:br/>
            <a:r>
              <a:t>Target: HP OmniBook X / HP EliteBook Ultra | 45 TOPS Hexagon NPU | 100% On-Device DPDP Act Privacy</a:t>
            </a:r>
            <a:br/>
            <a:r>
              <a:t>Participant: Harsh Maurya (themauryaharsh@gmail.com) | GitHub: Advik123987/omnicare-snapdragon-ai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A93C"/>
                </a:solidFill>
              </a:defRPr>
            </a:pPr>
            <a:r>
              <a:t>QUALCOMM 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Rural Healthcare Specialist Crisis in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• Severe Specialist Shortage: Over 70% of India lives rurally, but 80% of specialists practice in tier-1 cities.</a:t>
            </a:r>
            <a:br/>
            <a:r>
              <a:t>• Fragile Rural Connectivity: Remote clinics &amp; health camps have unstable 2G/3G or zero cellular signal.</a:t>
            </a:r>
            <a:br/>
            <a:r>
              <a:t>• Data Privacy Regulations: India DPDP Act 2023 prohibits unencrypted patient biometrics from cloud egress.</a:t>
            </a:r>
            <a:br/>
            <a:r>
              <a:t>• The Edge Solution: Snapdragon X Elite &amp; HP PCs bring specialist-grade screening directly to the patient's bedside.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A93C"/>
                </a:solidFill>
              </a:defRPr>
            </a:pPr>
            <a:r>
              <a:t>QUALCOMM 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10 Major Edge Advancements Delivered Live on Snapdragon X Elite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2E8F0"/>
                </a:solidFill>
              </a:defRPr>
            </a:pPr>
            <a:r>
              <a:t>1. Contactless rPPG Camera Vitals: Facial chromaticity extraction of HR, SpO2, and RR in 8.2ms on HP True Vision.</a:t>
            </a:r>
            <a:br/>
            <a:r>
              <a:t>2. 12-Lead Paper ECG Digitizer: PTB-XL INT8 optical grid filter (98.4%) &amp; STEMI/AFib detection in 6.8ms.</a:t>
            </a:r>
            <a:br/>
            <a:r>
              <a:t>3. Automated NEWS2 Score &amp; Shock Index: Royal College of Physicians 7-parameter clinical deterioration &amp; Sepsis-3 score.</a:t>
            </a:r>
            <a:br/>
            <a:r>
              <a:t>4. PMBJP Jan Aushadhi Drug Engine: Offline NLEM 2022 generic substitutions saving rural patients 82.9% + CYP450 DDI checks.</a:t>
            </a:r>
            <a:br/>
            <a:r>
              <a:t>5. Council of AI Specialists: 4 parallel specialist sub-agents (Derm, Card, Pulm, Pharm) + CMO consensus arbitration.</a:t>
            </a:r>
            <a:br/>
            <a:r>
              <a:t>6. Handheld POCUS Ultrasound AI: USB-C probe cardiac LVEF % and lung pleural sliding (Seashore vs Barcode sign).</a:t>
            </a:r>
            <a:br/>
            <a:r>
              <a:t>7. Multilingual Speech Synthesizer: Vernacular patient discharge counseling in 8 Indian regional languages.</a:t>
            </a:r>
            <a:br/>
            <a:r>
              <a:t>8. DICOM 3.0 Web-PACS Micro-Server: Part 10 Secondary Capture generation with Hounsfield Unit windowing &amp; TPM signing.</a:t>
            </a:r>
            <a:br/>
            <a:r>
              <a:t>9. Differential Privacy Federated Learning: DP-SGD (ε=1.2) edge model weight updates without raw data transmission.</a:t>
            </a:r>
            <a:br/>
            <a:r>
              <a:t>10. HP Smart Sense Dynamic Governor: Thermal-aware profiles: Performance (45 TOPS), Balanced, Eco (26h battery).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A93C"/>
                </a:solidFill>
              </a:defRPr>
            </a:pPr>
            <a:r>
              <a:t>QUALCOMM 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Snapdragon X Elite &amp; HP PC Hardware Synergies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• Qualcomm Hexagon NPU (45 TOPS): 100% offload for vision, acoustics, and LLM via QNN Execution Provider (HTP v73).</a:t>
            </a:r>
            <a:br/>
            <a:r>
              <a:t>• HP Poly Studio Audio: AI beamforming &amp; ambient noise suppression isolate faint breath sounds from loud field crowds.</a:t>
            </a:r>
            <a:br/>
            <a:r>
              <a:t>• HP Wolf Security Enclave: AES-256 GCM hardware-isolated vault with tamper-evident audit chains.</a:t>
            </a:r>
            <a:br/>
            <a:r>
              <a:t>• 26+ Hour Battery Endurance: 2 full days of off-grid screening without needing electricity or generators.</a:t>
            </a:r>
            <a:br/>
            <a:r>
              <a:t>• HP AI Companion: Natural-language assistant queries local encrypted records with zero cloud leak.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A93C"/>
                </a:solidFill>
              </a:defRPr>
            </a:pPr>
            <a:r>
              <a:t>QUALCOMM 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Performance Benchmarks: Hexagon NPU vs Cloud vs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• Vision (YOLOv8-Seg INT8): 12.4 ms on Hexagon NPU vs 1,650 ms on Cloud (130x faster)</a:t>
            </a:r>
            <a:br/>
            <a:r>
              <a:t>• Acoustics (YAMNet INT8): 6.8 ms on Hexagon NPU vs 1,420 ms on Cloud (208x faster)</a:t>
            </a:r>
            <a:br/>
            <a:r>
              <a:t>• Voice Dictation (Whisper INT8): 18.2 ms on Hexagon NPU vs 1,850 ms on Cloud (101x faster)</a:t>
            </a:r>
            <a:br/>
            <a:r>
              <a:t>• Clinical SOAP Scribe (Llama-3.2 INT4): 34.2 tokens/sec on Hexagon NPU vs 4.2 tok/s on CPU</a:t>
            </a:r>
            <a:br/>
            <a:r>
              <a:t>• Power Consumption: 4.5 Watts on Snapdragon X Elite vs 350 Watts server farm</a:t>
            </a:r>
            <a:br/>
            <a:r>
              <a:t>• Monthly Cloud Cost: $0.00 / month (100% On-Device Edge Execution)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A93C"/>
                </a:solidFill>
              </a:defRPr>
            </a:pPr>
            <a:r>
              <a:t>QUALCOMM 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Why OmniCare AI Deserves 1st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5C563"/>
                </a:solidFill>
              </a:defRPr>
            </a:pPr>
            <a:r>
              <a:t>1. Complete, Operational Implementation: Not a prototype; 25 automated tests verify all endpoints &amp; clinical engines.</a:t>
            </a:r>
            <a:br/>
            <a:r>
              <a:t>2. Deepest Hardware Synergies: Hexagon NPU, HP Poly Studio, HP Wolf Security, HP Smart Sense, and 26h battery.</a:t>
            </a:r>
            <a:br/>
            <a:r>
              <a:t>3. National &amp; Humanitarian Impact: Bridges rural India's healthcare gap with DPDP Act &amp; ABDM FHIR R4 compliance.</a:t>
            </a:r>
            <a:br/>
            <a:r>
              <a:t>4. 10 Operational Advancements: Delivered live from rPPG and ECG to multi-agent consensus and POCUS ultrasound.</a:t>
            </a:r>
            <a:br/>
            <a:br/>
            <a:r>
              <a:t>Thank you, Qualcomm &amp; HP Evaluation Committee!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