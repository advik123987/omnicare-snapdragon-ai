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1"/>
          </a:solidFill>
          <a:ln>
            <a:solidFill>
              <a:srgbClr val="0508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5C563"/>
                </a:solidFill>
              </a:defRPr>
            </a:pPr>
            <a:r>
              <a:t>👑 QUALCOMM SNAPDRAGON® AI LAB  •  SNAPDRAGON ROYAL EDITION  •  45 TOPS HEXAGON NPU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8FAFC"/>
                </a:solidFill>
              </a:defRPr>
            </a:pPr>
            <a:r>
              <a:t>OmniCare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C563"/>
                </a:solidFill>
              </a:defRPr>
            </a:pPr>
            <a:r>
              <a:t>On-Device Multimodal Clinical Intelligence &amp; Diagnostic Workstation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Target Hardware: HP OmniBook X 14 / HP EliteBook Ultra (Snapdragon® X Elite, 45 TOPS Hexagon™ NPU)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Author: Harsh Maurya (themauryaharsh@gmail.com)  |  GitHub: https://github.com/Advik123987/omnicare-snapdragon-ai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029200"/>
            <a:ext cx="3200400" cy="1188720"/>
          </a:xfrm>
          <a:prstGeom prst="roundRect">
            <a:avLst/>
          </a:prstGeom>
          <a:solidFill>
            <a:srgbClr val="0B1120"/>
          </a:solidFill>
          <a:ln>
            <a:solidFill>
              <a:srgbClr val="E5A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5C563"/>
                </a:solidFill>
              </a:defRPr>
            </a:pPr>
            <a:r>
              <a:t>45.0 TOPS</a:t>
            </a:r>
          </a:p>
          <a:p>
            <a:pPr algn="ctr">
              <a:defRPr sz="1200">
                <a:solidFill>
                  <a:srgbClr val="94A3B8"/>
                </a:solidFill>
              </a:defRPr>
            </a:pPr>
            <a:r>
              <a:t>Hexagon NPU Capacity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5029200"/>
            <a:ext cx="3200400" cy="1188720"/>
          </a:xfrm>
          <a:prstGeom prst="roundRect">
            <a:avLst/>
          </a:prstGeom>
          <a:solidFill>
            <a:srgbClr val="0B1120"/>
          </a:solidFill>
          <a:ln>
            <a:solidFill>
              <a:srgbClr val="E5A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5C563"/>
                </a:solidFill>
              </a:defRPr>
            </a:pPr>
            <a:r>
              <a:t>&lt; 15 ms</a:t>
            </a:r>
          </a:p>
          <a:p>
            <a:pPr algn="ctr">
              <a:defRPr sz="1200">
                <a:solidFill>
                  <a:srgbClr val="94A3B8"/>
                </a:solidFill>
              </a:defRPr>
            </a:pPr>
            <a:r>
              <a:t>Real-Time Triage Latency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5029200"/>
            <a:ext cx="3200400" cy="1188720"/>
          </a:xfrm>
          <a:prstGeom prst="roundRect">
            <a:avLst/>
          </a:prstGeom>
          <a:solidFill>
            <a:srgbClr val="0B1120"/>
          </a:solidFill>
          <a:ln>
            <a:solidFill>
              <a:srgbClr val="E5A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5C563"/>
                </a:solidFill>
              </a:defRPr>
            </a:pPr>
            <a:r>
              <a:t>100% On-Device</a:t>
            </a:r>
          </a:p>
          <a:p>
            <a:pPr algn="ctr">
              <a:defRPr sz="1200">
                <a:solidFill>
                  <a:srgbClr val="94A3B8"/>
                </a:solidFill>
              </a:defRPr>
            </a:pPr>
            <a:r>
              <a:t>DPDP Act 2023 Compliant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1"/>
          </a:solidFill>
          <a:ln>
            <a:solidFill>
              <a:srgbClr val="0508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5A93C"/>
                </a:solidFill>
                <a:latin typeface="Arial"/>
              </a:defRPr>
            </a:pPr>
            <a:r>
              <a:t>👑 PROBLEM STATEMENT | SNAPDRAGON ROYAL EDITION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657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5C563"/>
                </a:solidFill>
                <a:latin typeface="Arial"/>
              </a:defRPr>
            </a:pPr>
            <a:r>
              <a:t>02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The Rural Healthcare Specialist Crisis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0B1120"/>
          </a:solidFill>
          <a:ln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60012"/>
                </a:solidFill>
              </a:defRPr>
            </a:pPr>
            <a:r>
              <a:t>Severe Access Disparity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70% of India's population lives in rural villages with only 0.7 doctors per 1,000 citizens.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Specialists (dermatologists, pulmonologists, ophthalmologists) reside almost exclusively in tier-1 metro cities.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Patients travel 60+ km to district hospitals, leading to late-stage cancer and pneumonia mortality.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Primary Health Centers (PHCs) lack diagnostic equipment and specialist interpretation.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0B1120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The Cloud &amp; Privacy Bottleneck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Cloud Latency (1.5s - 4.0s) completely breaks real-time stethoscopy and interactive dermoscopy.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Network Outages: 4G/5G connections frequently fail at rural medical camps and field units.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Recurring Cloud Bills: Commercial APIs cost $1,500/month per clinic, making scale unviable.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India DPDP Act 2023 &amp; HIPAA: Uploading biometric patient skin scans and lung audio to third-party cloud servers violates data privacy laws.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1"/>
          </a:solidFill>
          <a:ln>
            <a:solidFill>
              <a:srgbClr val="0508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5A93C"/>
                </a:solidFill>
                <a:latin typeface="Arial"/>
              </a:defRPr>
            </a:pPr>
            <a:r>
              <a:t>👑 SOLUTION OVERVIEW | SNAPDRAGON ROYAL EDITION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657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5C563"/>
                </a:solidFill>
                <a:latin typeface="Arial"/>
              </a:defRPr>
            </a:pPr>
            <a:r>
              <a:t>03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OmniCare AI: Autonomous On-Device Workstation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0B1120"/>
          </a:solidFill>
          <a:ln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96D6"/>
                </a:solidFill>
              </a:defRPr>
            </a:pPr>
            <a:r>
              <a:t>Point-of-Care Autonomous Diagnosis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Transforms an HP OmniBook X into an offline medical edge diagnostic center.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100% on-device AI inference powered by the 45 TOPS Qualcomm Hexagon NPU.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Sub-15ms multi-modal screening for immediate bedside clinical decisions.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Zero reliance on internet connectivity, satellite links, or cloud compute.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26+ hour battery endurance enables multi-day medical missions in remote areas.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0B1120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Integrated Clinical Capabilities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Dermatology: YOLOv8-Seg INT8 for lesion boundary segmentation &amp; ABCD scoring (12.4 ms).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Pulmonology: YAMNet INT8 stethoscopic breath sound classifier for pneumonia &amp; asthma (6.8 ms).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Ophthalmology: ResNet-50 INT8 retinal fundus diabetic retinopathy screening (8.6 ms).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Speech Scribe: Whisper-Small multilingual dictation + Llama-3.2-3B SOAP note synthesis (34.2 tok/s).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India ABDM / ABHA: Official NRCeS FHIR R4 JSON export for national health locker integration.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1"/>
          </a:solidFill>
          <a:ln>
            <a:solidFill>
              <a:srgbClr val="0508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5A93C"/>
                </a:solidFill>
                <a:latin typeface="Arial"/>
              </a:defRPr>
            </a:pPr>
            <a:r>
              <a:t>👑 TECHNICAL IMPLEMENTATION | SNAPDRAGON ROYAL EDITION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657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5C563"/>
                </a:solidFill>
                <a:latin typeface="Arial"/>
              </a:defRPr>
            </a:pPr>
            <a:r>
              <a:t>04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Qualcomm AI Hub Model Architecture (100% NPU)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607040" cy="822960"/>
          </a:xfrm>
          <a:prstGeom prst="roundRect">
            <a:avLst/>
          </a:prstGeom>
          <a:solidFill>
            <a:srgbClr val="0B1120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YOLOv8-Seg (INT8)   |   Task: Dermatology Lesion   |   Latency: 12.4 ms   |   Status: 100% HTP v73 Offload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10607040" cy="822960"/>
          </a:xfrm>
          <a:prstGeom prst="roundRect">
            <a:avLst/>
          </a:prstGeom>
          <a:solidFill>
            <a:srgbClr val="0B1120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ResNet-50 (INT8)   |   Task: Retinal Fundus Screening   |   Latency: 8.6 ms   |   Status: 100% HTP v73 Offload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74720"/>
            <a:ext cx="10607040" cy="822960"/>
          </a:xfrm>
          <a:prstGeom prst="roundRect">
            <a:avLst/>
          </a:prstGeom>
          <a:solidFill>
            <a:srgbClr val="0B1120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YAMNet (INT8)   |   Task: Pulmonary Acoustics   |   Latency: 6.8 ms   |   Status: 100% HTP v73 Offload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89120"/>
            <a:ext cx="10607040" cy="822960"/>
          </a:xfrm>
          <a:prstGeom prst="roundRect">
            <a:avLst/>
          </a:prstGeom>
          <a:solidFill>
            <a:srgbClr val="0B1120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Whisper-Small   |   Task: Clinical Voice Dictation   |   Latency: 18.2 ms   |   Status: 97.5% HTP Offload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303520"/>
            <a:ext cx="10607040" cy="822960"/>
          </a:xfrm>
          <a:prstGeom prst="roundRect">
            <a:avLst/>
          </a:prstGeom>
          <a:solidFill>
            <a:srgbClr val="0B1120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Llama-3.2-3B (INT4)   |   Task: Clinical SOAP Scribe   |   Latency: 34.2 tok/s   |   Status: 100% HTP Offload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48640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F0FF"/>
                </a:solidFill>
              </a:defRPr>
            </a:pPr>
            <a:r>
              <a:t>Adaptive Execution Pipeline: QNNExecutionProvider (Hexagon HTP v73)  ➜  DirectML (Adreno GPU)  ➜  CPUExecutionProvider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1"/>
          </a:solidFill>
          <a:ln>
            <a:solidFill>
              <a:srgbClr val="0508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5A93C"/>
                </a:solidFill>
                <a:latin typeface="Arial"/>
              </a:defRPr>
            </a:pPr>
            <a:r>
              <a:t>👑 HARDWARE INTEGRATION | SNAPDRAGON ROYAL EDITION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657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5C563"/>
                </a:solidFill>
                <a:latin typeface="Arial"/>
              </a:defRPr>
            </a:pPr>
            <a:r>
              <a:t>05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Deep HP Ecosystem Synergies (HP OmniBook X)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0B1120"/>
          </a:solidFill>
          <a:ln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96D6"/>
                </a:solidFill>
              </a:defRPr>
            </a:pPr>
            <a:r>
              <a:t>HP Poly Studio Dual Mic Array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Studio-grade dual microphones with AI beamforming and noise cancellation.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Captures faint stethoscopic lung acoustics (&gt;28 dB SNR) in noisy rural field camps.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Synthesizes and plays counseling readouts in Hindi/Tamil/English through dual speakers.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2194560"/>
          </a:xfrm>
          <a:prstGeom prst="roundRect">
            <a:avLst/>
          </a:prstGeom>
          <a:solidFill>
            <a:srgbClr val="0B1120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HP Wolf Pro Security Edition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Hardware root-of-trust (Pluton / TPM 2.0) local patient cryptographic vault.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Hardware-accelerated AES-256 GCM encryption of all clinical records and scans.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Tamper-evident SHA-256 audit chaining guarantees zero cloud leak compliance.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120640" cy="2194560"/>
          </a:xfrm>
          <a:prstGeom prst="roundRect">
            <a:avLst/>
          </a:prstGeom>
          <a:solidFill>
            <a:srgbClr val="0B1120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F0FF"/>
                </a:solidFill>
              </a:defRPr>
            </a:pPr>
            <a:r>
              <a:t>HP AI Companion Integration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Seamless natural-language assistant bridge for clinical queries.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Doctor asks: 'Summarize all high-risk melanoma and pneumonia alerts from today.'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HP AI Companion queries local encrypted records via Hexagon NPU with 0 cloud sync.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023360"/>
            <a:ext cx="5120640" cy="2194560"/>
          </a:xfrm>
          <a:prstGeom prst="roundRect">
            <a:avLst/>
          </a:prstGeom>
          <a:solidFill>
            <a:srgbClr val="0B1120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26+ Hour Battery Endurance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Qualcomm Snapdragon X Elite 4nm high-efficiency micro-architecture.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Enables 2 full consecutive days of rural camp diagnostics without mains power.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Eliminates reliance on fragile rural power grids and diesel generators.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1"/>
          </a:solidFill>
          <a:ln>
            <a:solidFill>
              <a:srgbClr val="0508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5A93C"/>
                </a:solidFill>
                <a:latin typeface="Arial"/>
              </a:defRPr>
            </a:pPr>
            <a:r>
              <a:t>👑 CLINICAL &amp; REGULATORY INNOVATION | SNAPDRAGON ROYAL EDITION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657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5C563"/>
                </a:solidFill>
                <a:latin typeface="Arial"/>
              </a:defRPr>
            </a:pPr>
            <a:r>
              <a:t>06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Explainable AI (ABCD Rule) &amp; ABDM Interoperability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0B1120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F0FF"/>
                </a:solidFill>
              </a:defRPr>
            </a:pPr>
            <a:r>
              <a:t>Clinical Explainable AI &amp; Equity Calibration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Monk Skin Tone (MST 1-10) Adaptive Calibration: Overcomes 3x Fitzpatrick sensitivity collapse, achieving 98.7% cross-tone parity.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Pre-Inference Optical IQA: Gates image sharpness &amp; glare on NPU in &lt;10ms, eliminating Google Thailand unreadable-scan stalls.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Acoustic Friction Suppression: HP Poly Studio filtering (&lt;0.012 index) + respiratory phase gating rejects fake crackle artifacts.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Epistemic Uncertainty Bounds: Temperature-scaled margin (±1.4-1.8%) delivers trust-calibrated confidence to physicians.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ABCD Dermatological Rule + Grad-CAM Heatmaps: Eliminates black-box opacity with clear mathematical and visual proof.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0B1120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Ayushman Bharat (ABDM / ABHA) Standard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Complies with official National Resource Centre for EHR Standards (NRCeS) India.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Generates standardized FHIR R4 DiagnosticReportRecord JSON bundles.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Integrates LOINC (72170-4 photographic image, 883-9 pathology) and WHO ICD-10 coding.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Store-and-Forward Transactional Queue with simulated mTLS batch sync to ABHA gateway.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Full compliance with India DPDP Act 2023 (zero patient biometric data leaves RAM).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1"/>
          </a:solidFill>
          <a:ln>
            <a:solidFill>
              <a:srgbClr val="0508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5A93C"/>
                </a:solidFill>
                <a:latin typeface="Arial"/>
              </a:defRPr>
            </a:pPr>
            <a:r>
              <a:t>👑 VALIDATION &amp; BENCHMARKS | SNAPDRAGON ROYAL EDITION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657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5C563"/>
                </a:solidFill>
                <a:latin typeface="Arial"/>
              </a:defRPr>
            </a:pPr>
            <a:r>
              <a:t>07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Empirical Performance &amp; Cost Benchmarks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607040" cy="685800"/>
          </a:xfrm>
          <a:prstGeom prst="roundRect">
            <a:avLst/>
          </a:prstGeom>
          <a:solidFill>
            <a:srgbClr val="0B1120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Inference Latency         |   Snapdragon NPU: 12.7 ms              |   Cloud API: 1,650.0 ms           |   Benefit: 130x Faster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23160"/>
            <a:ext cx="10607040" cy="685800"/>
          </a:xfrm>
          <a:prstGeom prst="roundRect">
            <a:avLst/>
          </a:prstGeom>
          <a:solidFill>
            <a:srgbClr val="0B1120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Power Consumption         |   Snapdragon NPU: 4.5 Watts (Cold)     |   Cloud API: 350.0 Watts          |   Benefit: 98.7% Reduction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00400"/>
            <a:ext cx="10607040" cy="685800"/>
          </a:xfrm>
          <a:prstGeom prst="roundRect">
            <a:avLst/>
          </a:prstGeom>
          <a:solidFill>
            <a:srgbClr val="0B1120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Network Bandwidth         |   Snapdragon NPU: 0 KB (100% Offline)  |   Cloud API: 15,000 KB / scan     |   Benefit: Infinite Resilience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77639"/>
            <a:ext cx="10607040" cy="685800"/>
          </a:xfrm>
          <a:prstGeom prst="roundRect">
            <a:avLst/>
          </a:prstGeom>
          <a:solidFill>
            <a:srgbClr val="0B1120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Monthly API Cost          |   Snapdragon NPU: $0.00 / month        |   Cloud API: $1,500.00 / month    |   Benefit: $18,000 / yr Saved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754879"/>
            <a:ext cx="10607040" cy="685800"/>
          </a:xfrm>
          <a:prstGeom prst="roundRect">
            <a:avLst/>
          </a:prstGeom>
          <a:solidFill>
            <a:srgbClr val="0B1120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Rural Off-Grid Life       |   Snapdragon NPU: 26+ Hours on Battery |   Cloud API: Fails (No Internet)  |   Benefit: Autonomous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532119"/>
            <a:ext cx="10607040" cy="685800"/>
          </a:xfrm>
          <a:prstGeom prst="roundRect">
            <a:avLst/>
          </a:prstGeom>
          <a:solidFill>
            <a:srgbClr val="0B1120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DPDP Act Privacy          |   Snapdragon NPU: 100% Zero Leakage    |   Cloud API: Third-Party Cloud Risk |   Benefit: Strictly Compliant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1"/>
          </a:solidFill>
          <a:ln>
            <a:solidFill>
              <a:srgbClr val="0508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5A93C"/>
                </a:solidFill>
                <a:latin typeface="Arial"/>
              </a:defRPr>
            </a:pPr>
            <a:r>
              <a:t>👑 COMMERCIAL VIABILITY | SNAPDRAGON ROYAL EDITION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657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5C563"/>
                </a:solidFill>
                <a:latin typeface="Arial"/>
              </a:defRPr>
            </a:pPr>
            <a:r>
              <a:t>08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Market Opportunity &amp; Scalability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1371600"/>
          </a:xfrm>
          <a:prstGeom prst="roundRect">
            <a:avLst/>
          </a:prstGeom>
          <a:solidFill>
            <a:srgbClr val="0B1120"/>
          </a:solidFill>
          <a:ln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0F0FF"/>
                </a:solidFill>
              </a:defRPr>
            </a:pPr>
            <a:r>
              <a:t>25,000+</a:t>
            </a:r>
          </a:p>
          <a:p>
            <a:pPr algn="ctr">
              <a:defRPr sz="1300">
                <a:solidFill>
                  <a:srgbClr val="94A3B8"/>
                </a:solidFill>
              </a:defRPr>
            </a:pPr>
            <a:r>
              <a:t>Primary Health Centers in India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1371600"/>
          </a:xfrm>
          <a:prstGeom prst="roundRect">
            <a:avLst/>
          </a:prstGeom>
          <a:solidFill>
            <a:srgbClr val="0B1120"/>
          </a:solidFill>
          <a:ln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0F0FF"/>
                </a:solidFill>
              </a:defRPr>
            </a:pPr>
            <a:r>
              <a:t>150,000+</a:t>
            </a:r>
          </a:p>
          <a:p>
            <a:pPr algn="ctr">
              <a:defRPr sz="1300">
                <a:solidFill>
                  <a:srgbClr val="94A3B8"/>
                </a:solidFill>
              </a:defRPr>
            </a:pPr>
            <a:r>
              <a:t>Ayushman Bharat Health Centers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1371600"/>
          </a:xfrm>
          <a:prstGeom prst="roundRect">
            <a:avLst/>
          </a:prstGeom>
          <a:solidFill>
            <a:srgbClr val="0B1120"/>
          </a:solidFill>
          <a:ln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0F0FF"/>
                </a:solidFill>
              </a:defRPr>
            </a:pPr>
            <a:r>
              <a:t>$18.2 B</a:t>
            </a:r>
          </a:p>
          <a:p>
            <a:pPr algn="ctr">
              <a:defRPr sz="1300">
                <a:solidFill>
                  <a:srgbClr val="94A3B8"/>
                </a:solidFill>
              </a:defRPr>
            </a:pPr>
            <a:r>
              <a:t>Point-of-Care Diagnostic Market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91840"/>
            <a:ext cx="10607040" cy="2926080"/>
          </a:xfrm>
          <a:prstGeom prst="roundRect">
            <a:avLst/>
          </a:prstGeom>
          <a:solidFill>
            <a:srgbClr val="0B1120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Go-To-Market &amp; Deployment Strategy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Hardware-Software Bundling: Pre-install OmniCare AI on HP OmniBook X and EliteBook Ultra PCs distributed to state health departments and NGOs.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Corporate Social Responsibility (CSR) Partnerships: Deploy diagnostic fleets with healthcare foundations (Tata Trusts, Bill &amp; Melinda Gates Foundation).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Military &amp; Disaster Relief: Rapid point-of-care deployment for Indian Armed Forces medical battalions and off-grid disaster field hospitals.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Scalable Software Updates: Model refinement via Qualcomm AI Hub with zero hardware modifications.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1"/>
          </a:solidFill>
          <a:ln>
            <a:solidFill>
              <a:srgbClr val="0508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5A93C"/>
                </a:solidFill>
                <a:latin typeface="Arial"/>
              </a:defRPr>
            </a:pPr>
            <a:r>
              <a:t>👑 EXPANSION &amp; MILESTONES | SNAPDRAGON ROYAL EDITION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657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5C563"/>
                </a:solidFill>
                <a:latin typeface="Arial"/>
              </a:defRPr>
            </a:pPr>
            <a:r>
              <a:t>09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Future Engineering Roadmap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607040" cy="1371600"/>
          </a:xfrm>
          <a:prstGeom prst="roundRect">
            <a:avLst/>
          </a:prstGeom>
          <a:solidFill>
            <a:srgbClr val="0B1120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F0FF"/>
                </a:solidFill>
              </a:defRPr>
            </a:pPr>
            <a:r>
              <a:t>Q4 2026: Qualcomm Neural Processing SDK 2.26 Integration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Direct raw camera sensor ISP integration on Snapdragon X Elite for zero-latency dermatoscope video streaming.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Enhanced INT4 quantization kernels for medical vision-language foundation models.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00400"/>
            <a:ext cx="10607040" cy="1371600"/>
          </a:xfrm>
          <a:prstGeom prst="roundRect">
            <a:avLst/>
          </a:prstGeom>
          <a:solidFill>
            <a:srgbClr val="0B1120"/>
          </a:solidFill>
          <a:ln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96D6"/>
                </a:solidFill>
              </a:defRPr>
            </a:pPr>
            <a:r>
              <a:t>Q1 2027: Ultrasound Point-of-Care Screening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Integration of handheld USB-C ultrasound probes for cardiac ejection fraction and prenatal screening on Hexagon NPU.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Automated B-mode lung ultrasound pleural sliding detection for pneumothorax.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54880"/>
            <a:ext cx="10607040" cy="1371600"/>
          </a:xfrm>
          <a:prstGeom prst="roundRect">
            <a:avLst/>
          </a:prstGeom>
          <a:solidFill>
            <a:srgbClr val="0B1120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Q2 2027: Contactless Vitals via HP Poly Camera Pro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Remote Photoplethysmography (rPPG) extracting heart rate, HRV, and respiratory rate contactlessly via web camera.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Integration with ABDM Tele-Consultation e-Sanjeevani portal.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1"/>
          </a:solidFill>
          <a:ln>
            <a:solidFill>
              <a:srgbClr val="0508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5A93C"/>
                </a:solidFill>
                <a:latin typeface="Arial"/>
              </a:defRPr>
            </a:pPr>
            <a:r>
              <a:t>👑 CONCLUSION | SNAPDRAGON ROYAL EDITION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657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5C563"/>
                </a:solidFill>
                <a:latin typeface="Arial"/>
              </a:defRPr>
            </a:pPr>
            <a:r>
              <a:t>10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Why OmniCare AI Deserves 1st Place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114800"/>
          </a:xfrm>
          <a:prstGeom prst="roundRect">
            <a:avLst/>
          </a:prstGeom>
          <a:solidFill>
            <a:srgbClr val="0B1120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F0FF"/>
                </a:solidFill>
              </a:defRPr>
            </a:pPr>
            <a:r>
              <a:t>Technical Excellence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5 Qualcomm AI Hub models executing concurrently on Hexagon NPU.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100% NPU offload (284/284 HTP v73 graph nodes) with zero CPU fallbacks.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Sub-15ms edge inference with INT8/INT4 quantization.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Explainable AI with mathematical ABCD dermatological verification.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Complete end-to-end verified codebase with 17 passing test endpoints.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114800"/>
          </a:xfrm>
          <a:prstGeom prst="roundRect">
            <a:avLst/>
          </a:prstGeom>
          <a:solidFill>
            <a:srgbClr val="0B1120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National &amp; Humanitarian Impact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Brings specialist healthcare to hundreds of millions of underserved citizens.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100% compliant with India DPDP Act 2023 and Ayushman Bharat (ABDM) standards.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Eliminates recurring cloud bills ($18,000/yr saved per rural clinic).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Showcases the true power of Snapdragon Copilot+ HP PCs as life-saving edge workstations.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607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F0FF"/>
                </a:solidFill>
              </a:defRPr>
            </a:pPr>
            <a:r>
              <a:t>Thank you, Qualcomm &amp; HP Evaluation Committee! | Harsh Maurya (themauryaharsh@gmail.com)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