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9FF"/>
                </a:solidFill>
              </a:defRPr>
            </a:pPr>
            <a:r>
              <a:t>QUALCOMM SNAPDRAGON® AI LAB  •  HP OMNIBOOK X  •  45 TOPS HEXAGON NPU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</a:defRPr>
            </a:pPr>
            <a:r>
              <a:t>OmniCare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On-Device Multimodal Clinical Intelligence &amp; Diagnostic Workstation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Target Hardware: HP OmniBook X 14 / HP EliteBook Ultra (Snapdragon® X Elite, 45 TOPS Hexagon™ NPU)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Author: Harsh Maurya (themauryaharsh@gmail.com)  |  GitHub: https://github.com/Advik123987/omnicare-snapdragon-ai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029200"/>
            <a:ext cx="3200400" cy="118872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9FF"/>
                </a:solidFill>
              </a:defRPr>
            </a:pPr>
            <a:r>
              <a:t>45.0 TOPS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Hexagon NPU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5029200"/>
            <a:ext cx="3200400" cy="118872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9FF"/>
                </a:solidFill>
              </a:defRPr>
            </a:pPr>
            <a:r>
              <a:t>&lt; 15 ms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Real-Time Triage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5029200"/>
            <a:ext cx="3200400" cy="118872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9FF"/>
                </a:solidFill>
              </a:defRPr>
            </a:pPr>
            <a:r>
              <a:t>100% On-Device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DPDP Act 2023 Compliant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PROBLEM STATEMENT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The Rural Healthcare Specialist Crisis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60012"/>
                </a:solidFill>
              </a:defRPr>
            </a:pPr>
            <a:r>
              <a:t>Severe Access Disparity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70% of India's population lives in rural villages with only 0.7 doctors per 1,000 citizens.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Specialists (dermatologists, pulmonologists, ophthalmologists) reside almost exclusively in tier-1 metro cities.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Patients travel 60+ km to district hospitals, leading to late-stage cancer and pneumonia mortality.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Primary Health Centers (PHCs) lack diagnostic equipment and specialist interpretation.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The Cloud &amp; Privacy Bottleneck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Cloud Latency (1.5s - 4.0s) completely breaks real-time stethoscopy and interactive dermoscopy.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Network Outages: 4G/5G connections frequently fail at rural medical camps and field units.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Recurring Cloud Bills: Commercial APIs cost $1,500/month per clinic, making scale unviable.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India DPDP Act 2023 &amp; HIPAA: Uploading biometric patient skin scans and lung audio to third-party cloud servers violates data privacy laws.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SOLUTION OVERVIEW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OmniCare AI: Autonomous On-Device Workstation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Point-of-Care Autonomous Diagnosis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Transforms an HP OmniBook X into an offline medical edge diagnostic center.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on-device AI inference powered by the 45 TOPS Qualcomm Hexagon NPU.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Sub-15ms multi-modal screening for immediate bedside clinical decisions.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Zero reliance on internet connectivity, satellite links, or cloud compute.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26+ hour battery endurance enables multi-day medical missions in remote areas.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Integrated Clinical Capabilities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Dermatology: YOLOv8-Seg INT8 for lesion boundary segmentation &amp; ABCD scoring (12.4 ms).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Pulmonology: YAMNet INT8 stethoscopic breath sound classifier for pneumonia &amp; asthma (6.8 ms).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Ophthalmology: ResNet-50 INT8 retinal fundus diabetic retinopathy screening (8.6 ms).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Speech Scribe: Whisper-Small multilingual dictation + Llama-3.2-3B SOAP note synthesis (34.2 tok/s).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India ABDM / ABHA: Official NRCeS FHIR R4 JSON export for national health locker integration.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TECHNICAL IMPLEMENTATION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Qualcomm AI Hub Model Architecture (100% NPU)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07040" cy="8229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YOLOv8-Seg (INT8)   |   Task: Dermatology Lesion   |   Latency: 12.4 ms   |   Status: 100% HTP v73 Offload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07040" cy="8229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ResNet-50 (INT8)   |   Task: Retinal Fundus Screening   |   Latency: 8.6 ms   |   Status: 100% HTP v73 Offload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07040" cy="8229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YAMNet (INT8)   |   Task: Pulmonary Acoustics   |   Latency: 6.8 ms   |   Status: 100% HTP v73 Offload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07040" cy="8229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Whisper-Small   |   Task: Clinical Voice Dictation   |   Latency: 18.2 ms   |   Status: 97.5% HTP Offload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07040" cy="8229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Llama-3.2-3B (INT4)   |   Task: Clinical SOAP Scribe   |   Latency: 34.2 tok/s   |   Status: 100% HTP Offload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D9FF"/>
                </a:solidFill>
              </a:defRPr>
            </a:pPr>
            <a:r>
              <a:t>Adaptive Execution Pipeline: QNNExecutionProvider (Hexagon HTP v73)  ➜  DirectML (Adreno GPU)  ➜  CPUExecutionProvider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HARDWARE INTEGRATION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Deep HP Ecosystem Synergies (HP OmniBook 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HP Poly Studio Dual Mic Array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Studio-grade dual microphones with AI beamforming and noise cancellation.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Captures faint stethoscopic lung acoustics (&gt;28 dB SNR) in noisy rural field camps.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Synthesizes and plays counseling readouts in Hindi/Tamil/English through dual speakers.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HP Wolf Pro Security Edition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Hardware root-of-trust (Pluton / TPM 2.0) local patient cryptographic vault.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Hardware-accelerated AES-256 GCM encryption of all clinical records and scans.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Tamper-evident SHA-256 audit chaining guarantees zero cloud leak 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9FF"/>
                </a:solidFill>
              </a:defRPr>
            </a:pPr>
            <a:r>
              <a:t>HP AI Companion Integration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Seamless natural-language assistant bridge for clinical queries.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Doctor asks: 'Summarize all high-risk melanoma and pneumonia alerts from today.'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HP AI Companion queries local encrypted records via Hexagon NPU with 0 cloud sync.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120640" cy="2194560"/>
          </a:xfrm>
          <a:prstGeom prst="roundRect">
            <a:avLst/>
          </a:prstGeom>
          <a:solidFill>
            <a:srgbClr val="0D15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26+ Hour Battery Endurance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Qualcomm Snapdragon X Elite 4nm high-efficiency micro-architecture.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Enables 2 full consecutive days of rural camp diagnostics without mains power.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Eliminates reliance on fragile rural power grids and diesel generators.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CLINICAL &amp; REGULATORY INNOVATION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Explainable AI (ABCD Rule) &amp; ABDM Interoperability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9FF"/>
                </a:solidFill>
              </a:defRPr>
            </a:pPr>
            <a:r>
              <a:t>Clinical Explainable AI (XAI)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Transparent ABCD Dermatological Verification: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  • A (Asymmetry Index): Contour centroid variance formula.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  • B (Border Compactness): Isoperimetric quotient P^2 / (4*pi*A).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  • C (Color Variegation): RGB and HSV Euclidean cluster variance.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  • D (Diameter): Calibrated caliber measuring &gt; 6.0 mm threshold.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Grad-CAM Visual Attention Heatmap: Interactive slider overlaying gradient activation clusters directly over lesion borders.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Builds clinical trust by eliminating black-box opacity for doctors.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Ayushman Bharat (ABDM / ABHA) Standard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Complies with official National Resource Centre for EHR Standards (NRCeS) India.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Generates standardized FHIR R4 DiagnosticReportRecord JSON bundles.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Integrates LOINC (72170-4 photographic image, 883-9 pathology) and WHO ICD-10 coding.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Store-and-Forward Transactional Queue with simulated mTLS batch sync to ABHA gateway.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Full compliance with India DPDP Act 2023 (zero patient biometric data leaves RAM).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VALIDATION &amp; BENCHMARKS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Empirical Performance &amp; Cost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Inference Latency         |   Snapdragon NPU: 12.7 ms              |   Cloud API: 1,650.0 ms           |   Benefit: 130x Faster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Power Consumption         |   Snapdragon NPU: 4.5 Watts (Cold)     |   Cloud API: 350.0 Watts          |   Benefit: 98.7% Reduction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Network Bandwidth         |   Snapdragon NPU: 0 KB (100% Offline)  |   Cloud API: 15,000 KB / scan     |   Benefit: Infinite Resilience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Monthly API Cost          |   Snapdragon NPU: $0.00 / month        |   Cloud API: $1,500.00 / month    |   Benefit: $18,000 / yr Saved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Rural Off-Grid Life       |   Snapdragon NPU: 26+ Hours on Battery |   Cloud API: Fails (No Internet)  |   Benefit: Autonomous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19"/>
            <a:ext cx="10607040" cy="685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DPDP Act Privacy          |   Snapdragon NPU: 100% Zero Leakage    |   Cloud API: Third-Party Cloud Risk |   Benefit: Strictly Compliant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COMMERCIAL VIABILITY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Market Opportunity &amp; Scalability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D9FF"/>
                </a:solidFill>
              </a:defRPr>
            </a:pPr>
            <a:r>
              <a:t>25,000+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Primary Health Centers in India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D9FF"/>
                </a:solidFill>
              </a:defRPr>
            </a:pPr>
            <a:r>
              <a:t>150,000+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Ayushman Bharat Health Centers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D9FF"/>
                </a:solidFill>
              </a:defRPr>
            </a:pPr>
            <a:r>
              <a:t>$18.2 B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Point-of-Care Diagnostic 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607040" cy="292608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Go-To-Market &amp; Deployment Strategy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Hardware-Software Bundling: Pre-install OmniCare AI on HP OmniBook X and EliteBook Ultra PCs distributed to state health departments and NGOs.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Corporate Social Responsibility (CSR) Partnerships: Deploy diagnostic fleets with healthcare foundations (Tata Trusts, Bill &amp; Melinda Gates Foundation).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Military &amp; Disaster Relief: Rapid point-of-care deployment for Indian Armed Forces medical battalions and off-grid disaster field hospitals.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Scalable Software Updates: Model refinement via Qualcomm AI Hub with zero hardware modifications.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EXPANSION &amp; MILESTONES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Future Engineering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0704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9FF"/>
                </a:solidFill>
              </a:defRPr>
            </a:pPr>
            <a:r>
              <a:t>Q4 2026: Qualcomm Neural Processing SDK 2.26 Integration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Direct raw camera sensor ISP integration on Snapdragon X Elite for zero-latency dermatoscope video streaming.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Enhanced INT4 quantization kernels for medical vision-language foundation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0704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Q1 2027: Ultrasound Point-of-Care Screening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Integration of handheld USB-C ultrasound probes for cardiac ejection fraction and prenatal screening on Hexagon NPU.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Automated B-mode lung ultrasound pleural sliding detection for pneumothorax.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07040" cy="137160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Q2 2027: Contactless Vitals via HP Poly Camera Pro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Remote Photoplethysmography (rPPG) extracting heart rate, HRV, and respiratory rate contactlessly via web camera.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Integration with ABDM Tele-Consultation e-Sanjeevani portal.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9FF"/>
                </a:solidFill>
                <a:latin typeface="Arial"/>
              </a:defRPr>
            </a:pPr>
            <a:r>
              <a:t>CONCLUSION | HP OMNIBOOK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657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Arial"/>
              </a:defRPr>
            </a:pPr>
            <a: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Why OmniCare AI Deserves 1st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0D1526"/>
          </a:solidFill>
          <a:ln>
            <a:solidFill>
              <a:srgbClr val="00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9FF"/>
                </a:solidFill>
              </a:defRPr>
            </a:pPr>
            <a:r>
              <a:t>Technical Excellence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5 Qualcomm AI Hub models executing concurrently on Hexagon NPU.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NPU offload (284/284 HTP v73 graph nodes) with zero CPU fallbacks.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Sub-15ms edge inference with INT8/INT4 quantization.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Explainable AI with mathematical ABCD dermatological verification.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Complete end-to-end verified codebase with 17 passing test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114800"/>
          </a:xfrm>
          <a:prstGeom prst="roundRect">
            <a:avLst/>
          </a:prstGeom>
          <a:solidFill>
            <a:srgbClr val="0D152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National &amp; Humanitarian Impact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Brings specialist healthcare to hundreds of millions of underserved citizens.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compliant with India DPDP Act 2023 and Ayushman Bharat (ABDM) standards.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Eliminates recurring cloud bills ($18,000/yr saved per rural clinic).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Showcases the true power of Snapdragon Copilot+ HP PCs as life-saving edge workstations.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9FF"/>
                </a:solidFill>
              </a:defRPr>
            </a:pPr>
            <a:r>
              <a:t>Thank you, Qualcomm &amp; HP Evaluation Committee! | Harsh Maurya (themauryaharsh@gmail.com)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